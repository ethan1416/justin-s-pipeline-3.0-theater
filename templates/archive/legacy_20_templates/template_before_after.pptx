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1980" y="1079499"/>
            <a:ext cx="1269968" cy="380999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980" y="1079499"/>
            <a:ext cx="1269968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BEFORE INTERVENTION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1587499"/>
            <a:ext cx="5079873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1980" y="1587499"/>
            <a:ext cx="5079873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5973" y="1904998"/>
            <a:ext cx="279400" cy="2794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973" y="1904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EA580C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762" y="1904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Uncontrolled pain (8/10)</a:t>
            </a:r>
          </a:p>
        </p:txBody>
      </p:sp>
      <p:sp>
        <p:nvSpPr>
          <p:cNvPr id="23" name="Oval 22"/>
          <p:cNvSpPr/>
          <p:nvPr/>
        </p:nvSpPr>
        <p:spPr>
          <a:xfrm>
            <a:off x="1015973" y="2539998"/>
            <a:ext cx="279400" cy="2794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5973" y="2539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EA580C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762" y="2539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Limited mobility</a:t>
            </a:r>
          </a:p>
        </p:txBody>
      </p:sp>
      <p:sp>
        <p:nvSpPr>
          <p:cNvPr id="26" name="Oval 25"/>
          <p:cNvSpPr/>
          <p:nvPr/>
        </p:nvSpPr>
        <p:spPr>
          <a:xfrm>
            <a:off x="1015973" y="3174998"/>
            <a:ext cx="279400" cy="2794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5973" y="3174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EA580C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762" y="3174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Poor sleep quality</a:t>
            </a:r>
          </a:p>
        </p:txBody>
      </p:sp>
      <p:sp>
        <p:nvSpPr>
          <p:cNvPr id="29" name="Oval 28"/>
          <p:cNvSpPr/>
          <p:nvPr/>
        </p:nvSpPr>
        <p:spPr>
          <a:xfrm>
            <a:off x="1015973" y="3809998"/>
            <a:ext cx="279400" cy="2794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5973" y="3809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EA580C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7762" y="3809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High anxiety</a:t>
            </a:r>
          </a:p>
        </p:txBody>
      </p:sp>
      <p:sp>
        <p:nvSpPr>
          <p:cNvPr id="32" name="Oval 31"/>
          <p:cNvSpPr/>
          <p:nvPr/>
        </p:nvSpPr>
        <p:spPr>
          <a:xfrm>
            <a:off x="5841843" y="3174999"/>
            <a:ext cx="761999" cy="761999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05343" y="3238499"/>
            <a:ext cx="635000" cy="635000"/>
          </a:xfrm>
          <a:prstGeom prst="ellipse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6032343" y="3428998"/>
            <a:ext cx="380999" cy="2540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03833" y="1079499"/>
            <a:ext cx="1269968" cy="380999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3833" y="1079499"/>
            <a:ext cx="1269968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AFTER INTERVENTION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03833" y="1587499"/>
            <a:ext cx="5079873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03833" y="1587499"/>
            <a:ext cx="5079873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7826" y="1904998"/>
            <a:ext cx="279400" cy="279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7826" y="1904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9615" y="1904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Pain managed (3/10)</a:t>
            </a:r>
          </a:p>
        </p:txBody>
      </p:sp>
      <p:sp>
        <p:nvSpPr>
          <p:cNvPr id="42" name="Oval 41"/>
          <p:cNvSpPr/>
          <p:nvPr/>
        </p:nvSpPr>
        <p:spPr>
          <a:xfrm>
            <a:off x="6857826" y="2539998"/>
            <a:ext cx="279400" cy="279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7826" y="2539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9615" y="2539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Improved mobility</a:t>
            </a:r>
          </a:p>
        </p:txBody>
      </p:sp>
      <p:sp>
        <p:nvSpPr>
          <p:cNvPr id="45" name="Oval 44"/>
          <p:cNvSpPr/>
          <p:nvPr/>
        </p:nvSpPr>
        <p:spPr>
          <a:xfrm>
            <a:off x="6857826" y="3174998"/>
            <a:ext cx="279400" cy="279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7826" y="3174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89615" y="3174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Restful sleep</a:t>
            </a:r>
          </a:p>
        </p:txBody>
      </p:sp>
      <p:sp>
        <p:nvSpPr>
          <p:cNvPr id="48" name="Oval 47"/>
          <p:cNvSpPr/>
          <p:nvPr/>
        </p:nvSpPr>
        <p:spPr>
          <a:xfrm>
            <a:off x="6857826" y="3809998"/>
            <a:ext cx="279400" cy="279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7826" y="3809998"/>
            <a:ext cx="27940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89615" y="3809998"/>
            <a:ext cx="4140097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Reduced anxiety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