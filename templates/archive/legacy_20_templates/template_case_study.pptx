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CLINICAL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591" y="1079499"/>
            <a:ext cx="3555911" cy="43180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1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79546" y="1333499"/>
            <a:ext cx="508000" cy="508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584" y="2031998"/>
            <a:ext cx="3047924" cy="3047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68 y/o female</a:t>
            </a:r>
            <a:br/>
            <a:r>
              <a:t>PMH: HTN, DM Type 2</a:t>
            </a:r>
            <a:br/>
            <a:r>
              <a:t>Allergies: PCN</a:t>
            </a:r>
            <a:br/>
            <a:r>
              <a:t>Admitted for: SOB, chest pain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5495" y="1079499"/>
            <a:ext cx="7492812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9488" y="1231899"/>
            <a:ext cx="253993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2D3EE"/>
                </a:solidFill>
                <a:latin typeface="Arial"/>
              </a:defRPr>
            </a:pPr>
            <a:r>
              <a:t>CLINICAL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9488" y="1536699"/>
            <a:ext cx="6984825" cy="1397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Patient reports progressive shortness of breath over 3 days. VS: BP 158/92, HR 96, RR 24, SpO2 91% 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5495" y="3301999"/>
            <a:ext cx="7492812" cy="889000"/>
          </a:xfrm>
          <a:prstGeom prst="roundRect">
            <a:avLst>
              <a:gd name="adj" fmla="val 4000"/>
            </a:avLst>
          </a:prstGeom>
          <a:solidFill>
            <a:srgbClr val="FB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5495" y="3301999"/>
            <a:ext cx="50800" cy="889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9488" y="3428999"/>
            <a:ext cx="1269968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EA580C"/>
                </a:solidFill>
                <a:latin typeface="Arial"/>
              </a:defRPr>
            </a:pPr>
            <a:r>
              <a:t>KEY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9488" y="3657598"/>
            <a:ext cx="698482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E3A4C"/>
                </a:solidFill>
                <a:latin typeface="Arial"/>
              </a:defRPr>
            </a:pPr>
            <a:r>
              <a:t>What are your priority nursing assessments?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488" y="4381499"/>
            <a:ext cx="2539936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B8494"/>
                </a:solidFill>
                <a:latin typeface="Arial"/>
              </a:defRPr>
            </a:pPr>
            <a:r>
              <a:t>CONSIDERATIONS</a:t>
            </a:r>
          </a:p>
        </p:txBody>
      </p:sp>
      <p:sp>
        <p:nvSpPr>
          <p:cNvPr id="27" name="Diamond 26"/>
          <p:cNvSpPr/>
          <p:nvPr/>
        </p:nvSpPr>
        <p:spPr>
          <a:xfrm>
            <a:off x="4419488" y="4686299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5079" y="4635499"/>
            <a:ext cx="6603834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Cardiac vs pulmonary etiology</a:t>
            </a:r>
          </a:p>
        </p:txBody>
      </p:sp>
      <p:sp>
        <p:nvSpPr>
          <p:cNvPr id="29" name="Diamond 28"/>
          <p:cNvSpPr/>
          <p:nvPr/>
        </p:nvSpPr>
        <p:spPr>
          <a:xfrm>
            <a:off x="4419488" y="4991099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5079" y="4940299"/>
            <a:ext cx="6603834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Fluid volume status</a:t>
            </a:r>
          </a:p>
        </p:txBody>
      </p:sp>
      <p:sp>
        <p:nvSpPr>
          <p:cNvPr id="31" name="Diamond 30"/>
          <p:cNvSpPr/>
          <p:nvPr/>
        </p:nvSpPr>
        <p:spPr>
          <a:xfrm>
            <a:off x="4419488" y="5295899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5079" y="5245099"/>
            <a:ext cx="6603834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Pain characteristics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