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499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699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0099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1714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1460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196850"/>
            <a:ext cx="431799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146050"/>
            <a:ext cx="5333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032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Assessment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508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MODULE · PROCEDURE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2540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3682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482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5969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19809" y="1142999"/>
            <a:ext cx="3555911" cy="152400"/>
          </a:xfrm>
          <a:prstGeom prst="roundRect">
            <a:avLst>
              <a:gd name="adj" fmla="val 50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19809" y="1142999"/>
            <a:ext cx="1777955" cy="1524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9809" y="1371599"/>
            <a:ext cx="3555911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3D5A6C"/>
                </a:solidFill>
                <a:latin typeface="Arial"/>
              </a:defRPr>
            </a:pPr>
            <a:r>
              <a:t>3/6 Complete (50%)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9809" y="1777999"/>
            <a:ext cx="3555911" cy="2286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1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3802" y="1981199"/>
            <a:ext cx="3047924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Progress Summary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73802" y="2336799"/>
            <a:ext cx="3047924" cy="127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73802" y="2539998"/>
            <a:ext cx="1015974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22D3EE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3802" y="3111499"/>
            <a:ext cx="1015974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Arial"/>
              </a:defRPr>
            </a:pPr>
            <a:r>
              <a:t>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770" y="2539998"/>
            <a:ext cx="1015974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FDBA74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770" y="3111499"/>
            <a:ext cx="1015974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Arial"/>
              </a:defRPr>
            </a:pPr>
            <a:r>
              <a:t>Remaining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5974" y="1650999"/>
            <a:ext cx="6349841" cy="495300"/>
          </a:xfrm>
          <a:prstGeom prst="roundRect">
            <a:avLst>
              <a:gd name="adj" fmla="val 6000"/>
            </a:avLst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68370" y="1746249"/>
            <a:ext cx="304800" cy="30480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8370" y="1746249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5558" y="1752599"/>
            <a:ext cx="5587861" cy="292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6B8494"/>
                </a:solidFill>
                <a:latin typeface="Arial"/>
              </a:defRPr>
            </a:pPr>
            <a:r>
              <a:t>Verify patient identity (2 identifiers)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25558" y="1924049"/>
            <a:ext cx="5333867" cy="127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5974" y="2222499"/>
            <a:ext cx="6349841" cy="495300"/>
          </a:xfrm>
          <a:prstGeom prst="roundRect">
            <a:avLst>
              <a:gd name="adj" fmla="val 6000"/>
            </a:avLst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68370" y="2317749"/>
            <a:ext cx="304800" cy="30480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8370" y="2317749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25558" y="2324099"/>
            <a:ext cx="5587861" cy="292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6B8494"/>
                </a:solidFill>
                <a:latin typeface="Arial"/>
              </a:defRPr>
            </a:pPr>
            <a:r>
              <a:t>Review medication allergies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25558" y="2495549"/>
            <a:ext cx="5333867" cy="127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15974" y="2793999"/>
            <a:ext cx="6349841" cy="495300"/>
          </a:xfrm>
          <a:prstGeom prst="roundRect">
            <a:avLst>
              <a:gd name="adj" fmla="val 6000"/>
            </a:avLst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68370" y="2889249"/>
            <a:ext cx="304800" cy="30480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8370" y="2889249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5558" y="2895599"/>
            <a:ext cx="5587861" cy="292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6B8494"/>
                </a:solidFill>
                <a:latin typeface="Arial"/>
              </a:defRPr>
            </a:pPr>
            <a:r>
              <a:t>Check medication order accuracy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25558" y="3067049"/>
            <a:ext cx="5333867" cy="127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15974" y="3365499"/>
            <a:ext cx="6349841" cy="495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168370" y="3460749"/>
            <a:ext cx="304800" cy="304800"/>
          </a:xfrm>
          <a:prstGeom prst="roundRect">
            <a:avLst>
              <a:gd name="adj" fmla="val 15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193770" y="3486149"/>
            <a:ext cx="254000" cy="254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25558" y="3467099"/>
            <a:ext cx="5587861" cy="292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1E3A4C"/>
                </a:solidFill>
                <a:latin typeface="Arial"/>
              </a:defRPr>
            </a:pPr>
            <a:r>
              <a:t>Verify correct dose calculation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5974" y="3936999"/>
            <a:ext cx="6349841" cy="495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168370" y="4032249"/>
            <a:ext cx="304800" cy="304800"/>
          </a:xfrm>
          <a:prstGeom prst="roundRect">
            <a:avLst>
              <a:gd name="adj" fmla="val 15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193770" y="4057649"/>
            <a:ext cx="254000" cy="254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25558" y="4038599"/>
            <a:ext cx="5587861" cy="292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1E3A4C"/>
                </a:solidFill>
                <a:latin typeface="Arial"/>
              </a:defRPr>
            </a:pPr>
            <a:r>
              <a:t>Confirm administration route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5974" y="4508499"/>
            <a:ext cx="6349841" cy="495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168370" y="4603749"/>
            <a:ext cx="304800" cy="304800"/>
          </a:xfrm>
          <a:prstGeom prst="roundRect">
            <a:avLst>
              <a:gd name="adj" fmla="val 15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93770" y="4629149"/>
            <a:ext cx="254000" cy="254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25558" y="4610099"/>
            <a:ext cx="5587861" cy="292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1E3A4C"/>
                </a:solidFill>
                <a:latin typeface="Arial"/>
              </a:defRPr>
            </a:pPr>
            <a:r>
              <a:t>Document in medical record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