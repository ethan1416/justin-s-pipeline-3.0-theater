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CF8"/>
            </a:gs>
            <a:gs pos="100000">
              <a:srgbClr val="F0E9DD"/>
            </a:gs>
          </a:gsLst>
          <a:lin scaled="0" ang="11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9500"/>
          </a:xfrm>
          <a:prstGeom prst="rect">
            <a:avLst/>
          </a:prstGeom>
          <a:gradFill rotWithShape="1">
            <a:gsLst>
              <a:gs pos="0">
                <a:srgbClr val="0C1929"/>
              </a:gs>
              <a:gs pos="100000">
                <a:srgbClr val="133246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10728655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8700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4100"/>
            <a:ext cx="12191695" cy="254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0991" y="247650"/>
            <a:ext cx="635000" cy="635000"/>
          </a:xfrm>
          <a:prstGeom prst="roundRect">
            <a:avLst>
              <a:gd name="adj" fmla="val 18000"/>
            </a:avLst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5591" y="222250"/>
            <a:ext cx="635000" cy="635000"/>
          </a:xfrm>
          <a:prstGeom prst="roundRect">
            <a:avLst>
              <a:gd name="adj" fmla="val 18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6391" y="273050"/>
            <a:ext cx="533400" cy="25400"/>
          </a:xfrm>
          <a:prstGeom prst="rect">
            <a:avLst/>
          </a:prstGeom>
          <a:solidFill>
            <a:srgbClr val="A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591" y="222250"/>
            <a:ext cx="635000" cy="63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 i="0">
                <a:solidFill>
                  <a:srgbClr val="0C1929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6469" y="254000"/>
            <a:ext cx="8889777" cy="380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  <a:latin typeface="Georgia"/>
              </a:defRPr>
            </a:pPr>
            <a:r>
              <a:t>Slide Title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6469" y="635000"/>
            <a:ext cx="8889777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67E8F9"/>
                </a:solidFill>
                <a:latin typeface="Arial"/>
              </a:defRPr>
            </a:pPr>
            <a:r>
              <a:t>MODULE · SECTION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59746" y="330200"/>
            <a:ext cx="1015974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477238" y="469899"/>
            <a:ext cx="698482" cy="254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731231" y="609600"/>
            <a:ext cx="444488" cy="25400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21726" y="749300"/>
            <a:ext cx="253993" cy="25400"/>
          </a:xfrm>
          <a:prstGeom prst="rect">
            <a:avLst/>
          </a:prstGeom>
          <a:solidFill>
            <a:srgbClr val="A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5591" y="1397000"/>
            <a:ext cx="8635784" cy="463549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5591" y="1600200"/>
            <a:ext cx="50800" cy="4229099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1980" y="1790699"/>
            <a:ext cx="76200" cy="762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380" y="1752599"/>
            <a:ext cx="2539936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22D3EE"/>
                </a:solidFill>
                <a:latin typeface="Arial"/>
              </a:defRPr>
            </a:pPr>
            <a:r>
              <a:t>LEARNING OBJECTIVES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980" y="1981199"/>
            <a:ext cx="7619809" cy="380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 i="0">
                <a:solidFill>
                  <a:srgbClr val="1E3A4C"/>
                </a:solidFill>
                <a:latin typeface="Georgia"/>
              </a:defRPr>
            </a:pPr>
            <a:r>
              <a:t>Section Heading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1980" y="2412999"/>
            <a:ext cx="7619809" cy="127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1980" y="2565399"/>
            <a:ext cx="7619809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3D5A6C"/>
                </a:solidFill>
                <a:latin typeface="Arial"/>
              </a:defRPr>
            </a:pPr>
            <a:r>
              <a:t>Introduction text goes here.</a:t>
            </a:r>
          </a:p>
        </p:txBody>
      </p:sp>
      <p:sp>
        <p:nvSpPr>
          <p:cNvPr id="23" name="Diamond 22"/>
          <p:cNvSpPr/>
          <p:nvPr/>
        </p:nvSpPr>
        <p:spPr>
          <a:xfrm>
            <a:off x="761980" y="3327398"/>
            <a:ext cx="127000" cy="127000"/>
          </a:xfrm>
          <a:prstGeom prst="diamond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7571" y="3276598"/>
            <a:ext cx="7365815" cy="355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1E3A4C"/>
                </a:solidFill>
                <a:latin typeface="Arial"/>
              </a:defRPr>
            </a:pPr>
            <a:r>
              <a:t>Point 1</a:t>
            </a:r>
          </a:p>
        </p:txBody>
      </p:sp>
      <p:sp>
        <p:nvSpPr>
          <p:cNvPr id="25" name="Diamond 24"/>
          <p:cNvSpPr/>
          <p:nvPr/>
        </p:nvSpPr>
        <p:spPr>
          <a:xfrm>
            <a:off x="761980" y="3733798"/>
            <a:ext cx="127000" cy="127000"/>
          </a:xfrm>
          <a:prstGeom prst="diamond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7571" y="3682998"/>
            <a:ext cx="7365815" cy="355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1E3A4C"/>
                </a:solidFill>
                <a:latin typeface="Arial"/>
              </a:defRPr>
            </a:pPr>
            <a:r>
              <a:t>Point 2</a:t>
            </a:r>
          </a:p>
        </p:txBody>
      </p:sp>
      <p:sp>
        <p:nvSpPr>
          <p:cNvPr id="27" name="Diamond 26"/>
          <p:cNvSpPr/>
          <p:nvPr/>
        </p:nvSpPr>
        <p:spPr>
          <a:xfrm>
            <a:off x="761980" y="4140198"/>
            <a:ext cx="127000" cy="127000"/>
          </a:xfrm>
          <a:prstGeom prst="diamond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7571" y="4089398"/>
            <a:ext cx="7365815" cy="355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1E3A4C"/>
                </a:solidFill>
                <a:latin typeface="Arial"/>
              </a:defRPr>
            </a:pPr>
            <a:r>
              <a:t>Point 3</a:t>
            </a:r>
          </a:p>
        </p:txBody>
      </p:sp>
      <p:sp>
        <p:nvSpPr>
          <p:cNvPr id="29" name="Diamond 28"/>
          <p:cNvSpPr/>
          <p:nvPr/>
        </p:nvSpPr>
        <p:spPr>
          <a:xfrm>
            <a:off x="761980" y="4546598"/>
            <a:ext cx="127000" cy="127000"/>
          </a:xfrm>
          <a:prstGeom prst="diamond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7571" y="4495798"/>
            <a:ext cx="7365815" cy="355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1E3A4C"/>
                </a:solidFill>
                <a:latin typeface="Arial"/>
              </a:defRPr>
            </a:pPr>
            <a:r>
              <a:t>Point 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96167" y="1397000"/>
            <a:ext cx="2539936" cy="4635499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33246"/>
              </a:gs>
              <a:gs pos="100000">
                <a:srgbClr val="0C1929"/>
              </a:gs>
            </a:gsLst>
            <a:lin scaled="0" ang="11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50160" y="1701800"/>
            <a:ext cx="2031949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Georgia"/>
              </a:defRPr>
            </a:pPr>
            <a:r>
              <a:t>Key Takeaways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50160" y="2057399"/>
            <a:ext cx="2031949" cy="127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550160" y="2260600"/>
            <a:ext cx="330200" cy="330200"/>
          </a:xfrm>
          <a:prstGeom prst="roundRect">
            <a:avLst>
              <a:gd name="adj" fmla="val 2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50160" y="2260600"/>
            <a:ext cx="330200" cy="33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C1929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56560" y="2260600"/>
            <a:ext cx="1523961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  <a:latin typeface="Arial"/>
              </a:defRPr>
            </a:pPr>
            <a:r>
              <a:t>Takeaway 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50160" y="2819400"/>
            <a:ext cx="330200" cy="330200"/>
          </a:xfrm>
          <a:prstGeom prst="roundRect">
            <a:avLst>
              <a:gd name="adj" fmla="val 2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50160" y="2819400"/>
            <a:ext cx="330200" cy="33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C1929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56560" y="2819400"/>
            <a:ext cx="1523961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  <a:latin typeface="Arial"/>
              </a:defRPr>
            </a:pPr>
            <a:r>
              <a:t>Takeaway 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50160" y="3378200"/>
            <a:ext cx="330200" cy="330200"/>
          </a:xfrm>
          <a:prstGeom prst="roundRect">
            <a:avLst>
              <a:gd name="adj" fmla="val 2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50160" y="3378200"/>
            <a:ext cx="330200" cy="33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C1929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56560" y="3378200"/>
            <a:ext cx="1523961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  <a:latin typeface="Arial"/>
              </a:defRPr>
            </a:pPr>
            <a:r>
              <a:t>Takeaway 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50160" y="4038600"/>
            <a:ext cx="2031949" cy="914400"/>
          </a:xfrm>
          <a:prstGeom prst="roundRect">
            <a:avLst>
              <a:gd name="adj" fmla="val 8000"/>
            </a:avLst>
          </a:prstGeom>
          <a:solidFill>
            <a:srgbClr val="2D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550160" y="4038600"/>
            <a:ext cx="38100" cy="914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02556" y="4165600"/>
            <a:ext cx="1727156" cy="152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FDBA74"/>
                </a:solidFill>
                <a:latin typeface="Arial"/>
              </a:defRPr>
            </a:pPr>
            <a:r>
              <a:t>REMEMBER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02556" y="4343400"/>
            <a:ext cx="1727156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1">
                <a:solidFill>
                  <a:srgbClr val="FFFFFF"/>
                </a:solidFill>
                <a:latin typeface="Arial"/>
              </a:defRPr>
            </a:pPr>
            <a:r>
              <a:t>"Key memorable phrase"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5591" y="6426201"/>
            <a:ext cx="11480512" cy="127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6389" y="6477001"/>
            <a:ext cx="3809904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6B8494"/>
                </a:solidFill>
                <a:latin typeface="Arial"/>
              </a:defRPr>
            </a:pPr>
            <a:r>
              <a:t>NURSING PROGRAM · 2025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493213" y="6489701"/>
            <a:ext cx="330200" cy="330200"/>
          </a:xfrm>
          <a:prstGeom prst="roundRect">
            <a:avLst>
              <a:gd name="adj" fmla="val 20000"/>
            </a:avLst>
          </a:prstGeom>
          <a:solidFill>
            <a:srgbClr val="0C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1480513" y="6477001"/>
            <a:ext cx="330200" cy="330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133246"/>
              </a:gs>
              <a:gs pos="100000">
                <a:srgbClr val="0C1929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480513" y="6477001"/>
            <a:ext cx="330200" cy="33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67E8F9"/>
                </a:solidFill>
                <a:latin typeface="Arial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