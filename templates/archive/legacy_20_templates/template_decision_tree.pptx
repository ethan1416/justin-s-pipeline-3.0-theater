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5499"/>
          </a:xfrm>
          <a:prstGeom prst="rect">
            <a:avLst/>
          </a:prstGeom>
          <a:gradFill rotWithShape="1">
            <a:gsLst>
              <a:gs pos="0">
                <a:srgbClr val="0C1929"/>
              </a:gs>
              <a:gs pos="100000">
                <a:srgbClr val="133246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0"/>
            <a:ext cx="10728655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699"/>
            <a:ext cx="12191695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00099"/>
            <a:ext cx="12191695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0991" y="1714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5591" y="146050"/>
            <a:ext cx="533399" cy="533399"/>
          </a:xfrm>
          <a:prstGeom prst="roundRect">
            <a:avLst>
              <a:gd name="adj" fmla="val 18000"/>
            </a:avLst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6391" y="196850"/>
            <a:ext cx="431799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91" y="146050"/>
            <a:ext cx="533399" cy="533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6469" y="203200"/>
            <a:ext cx="8889777" cy="380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 i="0">
                <a:solidFill>
                  <a:srgbClr val="FFFFFF"/>
                </a:solidFill>
                <a:latin typeface="Georgia"/>
              </a:defRPr>
            </a:pPr>
            <a:r>
              <a:t>Clinical Decision Pathway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469" y="508000"/>
            <a:ext cx="8889777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7E8F9"/>
                </a:solidFill>
                <a:latin typeface="Arial"/>
              </a:defRPr>
            </a:pPr>
            <a:r>
              <a:t>MODULE · DECISION SUPPORT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59746" y="254000"/>
            <a:ext cx="1015974" cy="25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77238" y="368299"/>
            <a:ext cx="698482" cy="254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731231" y="482600"/>
            <a:ext cx="444488" cy="2540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21726" y="596900"/>
            <a:ext cx="253993" cy="25400"/>
          </a:xfrm>
          <a:prstGeom prst="rect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21008" y="1117599"/>
            <a:ext cx="4825879" cy="889000"/>
          </a:xfrm>
          <a:prstGeom prst="roundRect">
            <a:avLst>
              <a:gd name="adj" fmla="val 10000"/>
            </a:avLst>
          </a:prstGeom>
          <a:solidFill>
            <a:srgbClr val="1A4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82908" y="1079499"/>
            <a:ext cx="4825879" cy="889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82908" y="1079499"/>
            <a:ext cx="63500" cy="889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102" y="1206499"/>
            <a:ext cx="441949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Georgia"/>
              </a:defRPr>
            </a:pPr>
            <a:r>
              <a:t>Is the patient responsive?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3147" y="1968499"/>
            <a:ext cx="38100" cy="3175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90895" y="2285999"/>
            <a:ext cx="3809904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90895" y="2285999"/>
            <a:ext cx="38100" cy="254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09906" y="2387599"/>
            <a:ext cx="761980" cy="27940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09906" y="2387599"/>
            <a:ext cx="761980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Yes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39937" y="2730498"/>
            <a:ext cx="3301917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39937" y="2730498"/>
            <a:ext cx="3301917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92333" y="2832098"/>
            <a:ext cx="2997125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1E3A4C"/>
                </a:solidFill>
                <a:latin typeface="Georgia"/>
              </a:defRPr>
            </a:pPr>
            <a:r>
              <a:t>Assess further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4063896" y="3365498"/>
            <a:ext cx="254000" cy="190499"/>
          </a:xfrm>
          <a:prstGeom prst="downArrow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39937" y="3644898"/>
            <a:ext cx="3301917" cy="698500"/>
          </a:xfrm>
          <a:prstGeom prst="roundRect">
            <a:avLst>
              <a:gd name="adj" fmla="val 8000"/>
            </a:avLst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39937" y="3644898"/>
            <a:ext cx="50800" cy="698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17732" y="3746498"/>
            <a:ext cx="2946326" cy="533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3D5A6C"/>
                </a:solidFill>
                <a:latin typeface="Arial"/>
              </a:defRPr>
            </a:pPr>
            <a:r>
              <a:t>Check vital signs, symptoms, history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0799" y="2285999"/>
            <a:ext cx="38100" cy="254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619810" y="2387599"/>
            <a:ext cx="761980" cy="279400"/>
          </a:xfrm>
          <a:prstGeom prst="roundRect">
            <a:avLst>
              <a:gd name="adj" fmla="val 3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19810" y="2387599"/>
            <a:ext cx="761980" cy="279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rial"/>
              </a:defRPr>
            </a:pPr>
            <a:r>
              <a:t>No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49841" y="2730498"/>
            <a:ext cx="3301917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49841" y="2730498"/>
            <a:ext cx="3301917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2237" y="2832098"/>
            <a:ext cx="2997125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1E3A4C"/>
                </a:solidFill>
                <a:latin typeface="Georgia"/>
              </a:defRPr>
            </a:pPr>
            <a:r>
              <a:t>Emergency protocol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7873800" y="3365498"/>
            <a:ext cx="254000" cy="190499"/>
          </a:xfrm>
          <a:prstGeom prst="downArrow">
            <a:avLst/>
          </a:prstGeom>
          <a:solidFill>
            <a:srgbClr val="6B84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49841" y="3644898"/>
            <a:ext cx="3301917" cy="698500"/>
          </a:xfrm>
          <a:prstGeom prst="roundRect">
            <a:avLst>
              <a:gd name="adj" fmla="val 8000"/>
            </a:avLst>
          </a:prstGeom>
          <a:solidFill>
            <a:srgbClr val="FA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49841" y="3644898"/>
            <a:ext cx="50800" cy="6985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7636" y="3746498"/>
            <a:ext cx="2946326" cy="533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3D5A6C"/>
                </a:solidFill>
                <a:latin typeface="Arial"/>
              </a:defRPr>
            </a:pPr>
            <a:r>
              <a:t>Call rapid response, begin BLS if needed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5591" y="6426201"/>
            <a:ext cx="11480512" cy="1270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6389" y="6477001"/>
            <a:ext cx="3809904" cy="279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 i="0">
                <a:solidFill>
                  <a:srgbClr val="6B8494"/>
                </a:solidFill>
                <a:latin typeface="Arial"/>
              </a:defRPr>
            </a:pPr>
            <a:r>
              <a:t>NURSING PROGRAM · 2025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93213" y="6489701"/>
            <a:ext cx="330200" cy="330200"/>
          </a:xfrm>
          <a:prstGeom prst="roundRect">
            <a:avLst>
              <a:gd name="adj" fmla="val 20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1480513" y="6477001"/>
            <a:ext cx="330200" cy="330200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2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80513" y="6477001"/>
            <a:ext cx="330200" cy="33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67E8F9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