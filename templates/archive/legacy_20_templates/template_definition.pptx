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Key Terminology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DEFINITIONS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3084" y="11175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984" y="10794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84" y="1231899"/>
            <a:ext cx="63500" cy="774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8977" y="1231899"/>
            <a:ext cx="2031949" cy="355599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977" y="1231899"/>
            <a:ext cx="203194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Tachycardia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977" y="1689099"/>
            <a:ext cx="10286742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Heart rate &gt;100 bpm at rest. May indicate fever, dehydration, anxiety, or cardiac pathology.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1726" y="1231899"/>
            <a:ext cx="50798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400" b="1" i="0">
                <a:solidFill>
                  <a:srgbClr val="D6D0C4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084" y="23240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984" y="22859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4984" y="2438399"/>
            <a:ext cx="63500" cy="7747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8977" y="2438399"/>
            <a:ext cx="2031949" cy="355599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977" y="2438399"/>
            <a:ext cx="203194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Hypotension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977" y="2895599"/>
            <a:ext cx="10286742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BP &lt;90/60 mmHg. Can cause dizziness, fainting, and inadequate organ perfusion.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1726" y="2438399"/>
            <a:ext cx="50798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400" b="1" i="0">
                <a:solidFill>
                  <a:srgbClr val="D6D0C4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3084" y="35305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4984" y="34924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984" y="3644899"/>
            <a:ext cx="63500" cy="774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8977" y="3644899"/>
            <a:ext cx="2031949" cy="355599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977" y="3644899"/>
            <a:ext cx="203194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Dyspnea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977" y="4102099"/>
            <a:ext cx="10286742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Subjective breathing discomfort. Assess rate, depth, pattern, and oxygen saturation.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1726" y="3644899"/>
            <a:ext cx="50798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400" b="1" i="0">
                <a:solidFill>
                  <a:srgbClr val="D6D0C4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3084" y="47370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4984" y="4698999"/>
            <a:ext cx="10921726" cy="107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4984" y="4851399"/>
            <a:ext cx="63500" cy="77470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8977" y="4851399"/>
            <a:ext cx="2031949" cy="355599"/>
          </a:xfrm>
          <a:prstGeom prst="roundRect">
            <a:avLst>
              <a:gd name="adj" fmla="val 15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977" y="4851399"/>
            <a:ext cx="2031949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Cyanosis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977" y="5308599"/>
            <a:ext cx="10286742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Bluish skin/mucous membrane discoloration due to inadequate blood oxygenation.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1726" y="4851399"/>
            <a:ext cx="507987" cy="35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400" b="1" i="0">
                <a:solidFill>
                  <a:srgbClr val="D6D0C4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