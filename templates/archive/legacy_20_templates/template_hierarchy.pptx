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Organizational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5992" y="1181099"/>
            <a:ext cx="3555911" cy="698500"/>
          </a:xfrm>
          <a:prstGeom prst="roundRect">
            <a:avLst>
              <a:gd name="adj" fmla="val 12000"/>
            </a:avLst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7892" y="1142999"/>
            <a:ext cx="3555911" cy="6985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4888" y="1790699"/>
            <a:ext cx="3301918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86" y="1269999"/>
            <a:ext cx="3149522" cy="44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Patient Care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841499"/>
            <a:ext cx="38100" cy="254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01917" y="2095499"/>
            <a:ext cx="55878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01917" y="2095499"/>
            <a:ext cx="38100" cy="1904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84346" y="23113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58946" y="22859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58946" y="2285998"/>
            <a:ext cx="2285942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60543" y="2387598"/>
            <a:ext cx="2082748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1E3A4C"/>
                </a:solidFill>
                <a:latin typeface="Arial"/>
              </a:defRPr>
            </a:pPr>
            <a:r>
              <a:t>Physician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01917" y="2857498"/>
            <a:ext cx="25400" cy="152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12940" y="3009898"/>
            <a:ext cx="1777955" cy="25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12940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87461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87461" y="3136898"/>
            <a:ext cx="38100" cy="48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4457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Attending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90895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65416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65416" y="3136898"/>
            <a:ext cx="38100" cy="48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2412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Resident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5847" y="2095499"/>
            <a:ext cx="38100" cy="1904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78276" y="23113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52876" y="22859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2876" y="2285998"/>
            <a:ext cx="2285942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4473" y="2387598"/>
            <a:ext cx="2082748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1E3A4C"/>
                </a:solidFill>
                <a:latin typeface="Arial"/>
              </a:defRPr>
            </a:pPr>
            <a:r>
              <a:t>Nursing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5847" y="2857498"/>
            <a:ext cx="25400" cy="152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06870" y="3009898"/>
            <a:ext cx="1777955" cy="25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06870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81391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1391" y="3136898"/>
            <a:ext cx="38100" cy="482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8387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RN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84825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59346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59346" y="3136898"/>
            <a:ext cx="38100" cy="482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6342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LPN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9777" y="2095499"/>
            <a:ext cx="38100" cy="1904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206" y="23113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46806" y="2285998"/>
            <a:ext cx="2285942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46806" y="2285998"/>
            <a:ext cx="228594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48403" y="2387598"/>
            <a:ext cx="2082748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1E3A4C"/>
                </a:solidFill>
                <a:latin typeface="Arial"/>
              </a:defRPr>
            </a:pPr>
            <a:r>
              <a:t>Allied Health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89777" y="2857498"/>
            <a:ext cx="25400" cy="152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0800" y="3009898"/>
            <a:ext cx="1777955" cy="254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00800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75321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75321" y="3136898"/>
            <a:ext cx="38100" cy="482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02317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PT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78755" y="3009898"/>
            <a:ext cx="25400" cy="127000"/>
          </a:xfrm>
          <a:prstGeom prst="rect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53276" y="3136898"/>
            <a:ext cx="1650958" cy="4826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53276" y="3136898"/>
            <a:ext cx="38100" cy="482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80272" y="3213098"/>
            <a:ext cx="1396965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3D5A6C"/>
                </a:solidFill>
                <a:latin typeface="Arial"/>
              </a:defRPr>
            </a:pPr>
            <a:r>
              <a:t>OT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