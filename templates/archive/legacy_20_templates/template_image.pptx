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CF8"/>
            </a:gs>
            <a:gs pos="100000">
              <a:srgbClr val="F0E9DD"/>
            </a:gs>
          </a:gsLst>
          <a:lin scaled="0" ang="11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5499"/>
          </a:xfrm>
          <a:prstGeom prst="rect">
            <a:avLst/>
          </a:prstGeom>
          <a:gradFill rotWithShape="1">
            <a:gsLst>
              <a:gs pos="0">
                <a:srgbClr val="0C1929"/>
              </a:gs>
              <a:gs pos="100000">
                <a:srgbClr val="133246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699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00099"/>
            <a:ext cx="12191695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991" y="1714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5591" y="1460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391" y="196850"/>
            <a:ext cx="431799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591" y="146050"/>
            <a:ext cx="533399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0C1929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469" y="203200"/>
            <a:ext cx="8889777" cy="380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Georgia"/>
              </a:defRPr>
            </a:pPr>
            <a:r>
              <a:t>Visual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469" y="508000"/>
            <a:ext cx="8889777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7E8F9"/>
                </a:solidFill>
                <a:latin typeface="Arial"/>
              </a:defRPr>
            </a:pPr>
            <a:r>
              <a:t>MODULE · SECTION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59746" y="254000"/>
            <a:ext cx="1015974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77238" y="368299"/>
            <a:ext cx="698482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31231" y="482600"/>
            <a:ext cx="444488" cy="2540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21726" y="596900"/>
            <a:ext cx="253993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85943" y="1079499"/>
            <a:ext cx="7619809" cy="4064000"/>
          </a:xfrm>
          <a:prstGeom prst="roundRect">
            <a:avLst>
              <a:gd name="adj" fmla="val 4000"/>
            </a:avLst>
          </a:prstGeom>
          <a:solidFill>
            <a:srgbClr val="E8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5943" y="2730500"/>
            <a:ext cx="7619809" cy="76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0" b="0" i="0">
                <a:solidFill>
                  <a:srgbClr val="6B8494"/>
                </a:solidFill>
                <a:latin typeface="Arial"/>
              </a:defRPr>
            </a:pPr>
            <a:r>
              <a:t>🖼️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5943" y="3365499"/>
            <a:ext cx="7619809" cy="380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6B8494"/>
                </a:solidFill>
                <a:latin typeface="Arial"/>
              </a:defRPr>
            </a:pPr>
            <a:r>
              <a:t>Insert Image Here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5943" y="5346699"/>
            <a:ext cx="7619809" cy="63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5943" y="5346699"/>
            <a:ext cx="50800" cy="635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39936" y="5473699"/>
            <a:ext cx="7111822" cy="380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1">
                <a:solidFill>
                  <a:srgbClr val="3D5A6C"/>
                </a:solidFill>
                <a:latin typeface="Arial"/>
              </a:defRPr>
            </a:pPr>
            <a:r>
              <a:t>Image caption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5591" y="6426201"/>
            <a:ext cx="11480512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389" y="6477001"/>
            <a:ext cx="3809904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B8494"/>
                </a:solidFill>
                <a:latin typeface="Arial"/>
              </a:defRPr>
            </a:pPr>
            <a:r>
              <a:t>NURSING PROGRAM · 2025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93213" y="6489701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480513" y="6477001"/>
            <a:ext cx="330200" cy="330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80513" y="6477001"/>
            <a:ext cx="330200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67E8F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