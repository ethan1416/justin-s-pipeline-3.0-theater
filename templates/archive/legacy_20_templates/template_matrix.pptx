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Comparison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784" y="1193799"/>
            <a:ext cx="8381789" cy="3238500"/>
          </a:xfrm>
          <a:prstGeom prst="roundRect">
            <a:avLst>
              <a:gd name="adj" fmla="val 6000"/>
            </a:avLst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984" y="1142999"/>
            <a:ext cx="2285942" cy="698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0926" y="1142999"/>
            <a:ext cx="2031949" cy="698500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40175" y="1269999"/>
            <a:ext cx="12700" cy="4445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2523" y="1269999"/>
            <a:ext cx="1828755" cy="44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Drug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2875" y="1142999"/>
            <a:ext cx="2031949" cy="698500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2124" y="1269999"/>
            <a:ext cx="12700" cy="4445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4472" y="1269999"/>
            <a:ext cx="1828755" cy="44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Drug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4824" y="1142999"/>
            <a:ext cx="2031949" cy="698500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421" y="1269999"/>
            <a:ext cx="1828755" cy="44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Drug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984" y="1841499"/>
            <a:ext cx="2285942" cy="635000"/>
          </a:xfrm>
          <a:prstGeom prst="rect">
            <a:avLst/>
          </a:prstGeom>
          <a:solidFill>
            <a:srgbClr val="1E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380" y="2463799"/>
            <a:ext cx="1981150" cy="127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380" y="1943099"/>
            <a:ext cx="1981150" cy="43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Effectiveness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0926" y="184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0926" y="246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40175" y="1943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59101" y="1981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59101" y="198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2875" y="184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2875" y="246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72124" y="1943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1050" y="1981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91050" y="198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4824" y="184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84824" y="246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22999" y="1981200"/>
            <a:ext cx="355599" cy="355599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22999" y="198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6B849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984" y="2476499"/>
            <a:ext cx="2285942" cy="635000"/>
          </a:xfrm>
          <a:prstGeom prst="rect">
            <a:avLst/>
          </a:prstGeom>
          <a:solidFill>
            <a:srgbClr val="1E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7380" y="3098799"/>
            <a:ext cx="1981150" cy="127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7380" y="2578099"/>
            <a:ext cx="1981150" cy="43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Side Effects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0926" y="247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20926" y="309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40175" y="2578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59101" y="2616200"/>
            <a:ext cx="355599" cy="355599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59101" y="261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6B849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2875" y="247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52875" y="309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72124" y="2578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91050" y="2616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1050" y="261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84824" y="247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84824" y="309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22999" y="2616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22999" y="261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4984" y="3111499"/>
            <a:ext cx="2285942" cy="635000"/>
          </a:xfrm>
          <a:prstGeom prst="rect">
            <a:avLst/>
          </a:prstGeom>
          <a:solidFill>
            <a:srgbClr val="1E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7380" y="3733799"/>
            <a:ext cx="1981150" cy="12700"/>
          </a:xfrm>
          <a:prstGeom prst="rect">
            <a:avLst/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380" y="3213099"/>
            <a:ext cx="1981150" cy="43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0926" y="311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20926" y="373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40175" y="3213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759101" y="3251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59101" y="325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2875" y="311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52875" y="373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72124" y="3213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791050" y="3251200"/>
            <a:ext cx="355599" cy="355599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91050" y="325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6B849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84824" y="3111499"/>
            <a:ext cx="2031949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84824" y="3733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22999" y="3251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22999" y="3251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4984" y="3746499"/>
            <a:ext cx="2285942" cy="635000"/>
          </a:xfrm>
          <a:prstGeom prst="rect">
            <a:avLst/>
          </a:prstGeom>
          <a:solidFill>
            <a:srgbClr val="1E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7380" y="3848099"/>
            <a:ext cx="1981150" cy="43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Availability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0926" y="374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20926" y="436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940175" y="3848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759101" y="3886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59101" y="388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52875" y="374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952875" y="436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72124" y="3848099"/>
            <a:ext cx="12700" cy="4318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791050" y="3886200"/>
            <a:ext cx="355599" cy="3555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91050" y="388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84824" y="3746499"/>
            <a:ext cx="2031949" cy="635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84824" y="4368799"/>
            <a:ext cx="2031949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822999" y="3886200"/>
            <a:ext cx="355599" cy="355599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22999" y="3886200"/>
            <a:ext cx="35559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6B849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