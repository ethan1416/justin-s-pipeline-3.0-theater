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Process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8475" y="1587498"/>
            <a:ext cx="635000" cy="635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475" y="1587498"/>
            <a:ext cx="635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C192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095448" y="1803398"/>
            <a:ext cx="380990" cy="20320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" y="2425698"/>
            <a:ext cx="2031949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397" y="2628898"/>
            <a:ext cx="1727157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Assess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397" y="3314698"/>
            <a:ext cx="1727157" cy="152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Gather patient data systematically</a:t>
            </a:r>
          </a:p>
        </p:txBody>
      </p:sp>
      <p:sp>
        <p:nvSpPr>
          <p:cNvPr id="22" name="Oval 21"/>
          <p:cNvSpPr/>
          <p:nvPr/>
        </p:nvSpPr>
        <p:spPr>
          <a:xfrm>
            <a:off x="3238411" y="1587498"/>
            <a:ext cx="635000" cy="635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8411" y="1587498"/>
            <a:ext cx="635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C192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635384" y="1803398"/>
            <a:ext cx="380990" cy="20320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39937" y="2425698"/>
            <a:ext cx="2031949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2333" y="2628898"/>
            <a:ext cx="1727157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Diagnose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2333" y="3314698"/>
            <a:ext cx="1727157" cy="152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Identify nursing diagnoses</a:t>
            </a:r>
          </a:p>
        </p:txBody>
      </p:sp>
      <p:sp>
        <p:nvSpPr>
          <p:cNvPr id="28" name="Oval 27"/>
          <p:cNvSpPr/>
          <p:nvPr/>
        </p:nvSpPr>
        <p:spPr>
          <a:xfrm>
            <a:off x="5778347" y="1587498"/>
            <a:ext cx="635000" cy="635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78347" y="1587498"/>
            <a:ext cx="635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C192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75320" y="1803398"/>
            <a:ext cx="380990" cy="20320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79873" y="2425698"/>
            <a:ext cx="2031949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2269" y="2628898"/>
            <a:ext cx="1727157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2269" y="3314698"/>
            <a:ext cx="1727157" cy="152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Set goals and interventions</a:t>
            </a:r>
          </a:p>
        </p:txBody>
      </p:sp>
      <p:sp>
        <p:nvSpPr>
          <p:cNvPr id="34" name="Oval 33"/>
          <p:cNvSpPr/>
          <p:nvPr/>
        </p:nvSpPr>
        <p:spPr>
          <a:xfrm>
            <a:off x="8318283" y="1587498"/>
            <a:ext cx="635000" cy="635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8283" y="1587498"/>
            <a:ext cx="635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C192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715256" y="1803398"/>
            <a:ext cx="380990" cy="20320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19809" y="2425698"/>
            <a:ext cx="2031949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205" y="2628898"/>
            <a:ext cx="1727157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Implement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205" y="3314698"/>
            <a:ext cx="1727157" cy="152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Execute the care plan</a:t>
            </a:r>
          </a:p>
        </p:txBody>
      </p:sp>
      <p:sp>
        <p:nvSpPr>
          <p:cNvPr id="40" name="Oval 39"/>
          <p:cNvSpPr/>
          <p:nvPr/>
        </p:nvSpPr>
        <p:spPr>
          <a:xfrm>
            <a:off x="10858219" y="1587498"/>
            <a:ext cx="635000" cy="6350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58219" y="1587498"/>
            <a:ext cx="6350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C1929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59745" y="2425698"/>
            <a:ext cx="2031949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12141" y="2628898"/>
            <a:ext cx="1727157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Evaluate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12141" y="3314698"/>
            <a:ext cx="1727157" cy="152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Assess outcomes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