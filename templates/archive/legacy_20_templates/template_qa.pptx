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C1929"/>
            </a:gs>
            <a:gs pos="100000">
              <a:srgbClr val="133246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5974" y="1523999"/>
            <a:ext cx="10159746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825879" y="2921000"/>
            <a:ext cx="2539936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74920" y="3556000"/>
            <a:ext cx="380999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22D3EE"/>
                </a:solidFill>
                <a:latin typeface="Georgia"/>
              </a:defRPr>
            </a:pPr>
            <a: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2907" y="3619500"/>
            <a:ext cx="5333866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What assessment findings concern you most?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4920" y="4191000"/>
            <a:ext cx="380999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22D3EE"/>
                </a:solidFill>
                <a:latin typeface="Georgia"/>
              </a:defRPr>
            </a:pPr>
            <a: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2907" y="4254500"/>
            <a:ext cx="5333866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How would you prioritize interventions?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4920" y="4826000"/>
            <a:ext cx="380999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22D3EE"/>
                </a:solidFill>
                <a:latin typeface="Georgia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2907" y="4889500"/>
            <a:ext cx="5333866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What patient education is essential?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9904" y="5715000"/>
            <a:ext cx="4571885" cy="635000"/>
          </a:xfrm>
          <a:prstGeom prst="roundRect">
            <a:avLst>
              <a:gd name="adj" fmla="val 6000"/>
            </a:avLst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9904" y="5715000"/>
            <a:ext cx="4571885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Arial"/>
              </a:defRPr>
            </a:pPr>
            <a:r>
              <a:t>office.hours@nursing.edu</a:t>
            </a:r>
          </a:p>
        </p:txBody>
      </p:sp>
      <p:sp>
        <p:nvSpPr>
          <p:cNvPr id="12" name="Oval 11"/>
          <p:cNvSpPr/>
          <p:nvPr/>
        </p:nvSpPr>
        <p:spPr>
          <a:xfrm>
            <a:off x="761980" y="5080000"/>
            <a:ext cx="1016000" cy="1016000"/>
          </a:xfrm>
          <a:prstGeom prst="ellipse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3740" y="1270000"/>
            <a:ext cx="761999" cy="761999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