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929"/>
            </a:gs>
            <a:gs pos="100000">
              <a:srgbClr val="133246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1270000"/>
            <a:ext cx="2539936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0" b="1" i="0">
                <a:solidFill>
                  <a:srgbClr val="164E63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961" y="2286000"/>
            <a:ext cx="9143771" cy="20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 i="1">
                <a:solidFill>
                  <a:srgbClr val="FFFFFF"/>
                </a:solidFill>
                <a:latin typeface="Georgia"/>
              </a:defRPr>
            </a:pPr>
            <a:r>
              <a:t>Inspirational quote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9873" y="4572000"/>
            <a:ext cx="2031949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3961" y="4826000"/>
            <a:ext cx="9143771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67E8F9"/>
                </a:solidFill>
                <a:latin typeface="Arial"/>
              </a:defRPr>
            </a:pPr>
            <a:r>
              <a:t>— Author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15974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0800" cy="761999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75721" y="6807200"/>
            <a:ext cx="1015974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40895" y="6096001"/>
            <a:ext cx="50800" cy="76199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