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Key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MODULE · SECTION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81151" y="1460499"/>
            <a:ext cx="25399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81151" y="1460499"/>
            <a:ext cx="2539936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81151" y="1841498"/>
            <a:ext cx="2539936" cy="76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 i="0">
                <a:solidFill>
                  <a:srgbClr val="22D3EE"/>
                </a:solidFill>
                <a:latin typeface="Georgia"/>
              </a:defRPr>
            </a:pPr>
            <a:r>
              <a:t>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3547" y="2730499"/>
            <a:ext cx="22351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Arial"/>
              </a:defRPr>
            </a:pPr>
            <a:r>
              <a:t>Patient Satisfaction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3547" y="3238499"/>
            <a:ext cx="2235144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3D5A6C"/>
                </a:solidFill>
                <a:latin typeface="Arial"/>
              </a:defRPr>
            </a:pPr>
            <a:r>
              <a:t>Above national average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25879" y="1460499"/>
            <a:ext cx="25399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79" y="1460499"/>
            <a:ext cx="2539936" cy="63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5879" y="1841498"/>
            <a:ext cx="2539936" cy="76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 i="0">
                <a:solidFill>
                  <a:srgbClr val="FB923C"/>
                </a:solidFill>
                <a:latin typeface="Georgia"/>
              </a:defRPr>
            </a:pPr>
            <a:r>
              <a:t>2.3M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8275" y="2730499"/>
            <a:ext cx="22351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Arial"/>
              </a:defRPr>
            </a:pPr>
            <a:r>
              <a:t>Nurses in 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8275" y="3238499"/>
            <a:ext cx="2235144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3D5A6C"/>
                </a:solidFill>
                <a:latin typeface="Arial"/>
              </a:defRPr>
            </a:pPr>
            <a:r>
              <a:t>As of 2024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70607" y="1460499"/>
            <a:ext cx="25399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70607" y="1460499"/>
            <a:ext cx="2539936" cy="63500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70607" y="1841498"/>
            <a:ext cx="2539936" cy="76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 i="0">
                <a:solidFill>
                  <a:srgbClr val="0E7A90"/>
                </a:solidFill>
                <a:latin typeface="Georgia"/>
              </a:defRPr>
            </a:pPr>
            <a:r>
              <a:t>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23003" y="2730499"/>
            <a:ext cx="22351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Arial"/>
              </a:defRPr>
            </a:pPr>
            <a:r>
              <a:t>Job Growth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23003" y="3238499"/>
            <a:ext cx="2235144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3D5A6C"/>
                </a:solidFill>
                <a:latin typeface="Arial"/>
              </a:defRPr>
            </a:pPr>
            <a:r>
              <a:t>Projected 2022-2032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984" y="6096001"/>
            <a:ext cx="10921726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1">
                <a:solidFill>
                  <a:srgbClr val="6B8494"/>
                </a:solidFill>
                <a:latin typeface="Arial"/>
              </a:defRPr>
            </a:pPr>
            <a:r>
              <a:t>Source: Bureau of Labor Statistics, 2024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