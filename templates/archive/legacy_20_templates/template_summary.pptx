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591" y="1142999"/>
            <a:ext cx="5333866" cy="1650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8785" y="1346199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785" y="1346199"/>
            <a:ext cx="406400" cy="40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571" y="1346199"/>
            <a:ext cx="431789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E3A4C"/>
                </a:solidFill>
                <a:latin typeface="Georgia"/>
              </a:defRPr>
            </a:pPr>
            <a:r>
              <a:t>Assessment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571" y="1752599"/>
            <a:ext cx="431789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Always begin with thorough patient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4249" y="1142999"/>
            <a:ext cx="5333866" cy="1650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7443" y="1346199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7443" y="1346199"/>
            <a:ext cx="406400" cy="40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229" y="1346199"/>
            <a:ext cx="431789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E3A4C"/>
                </a:solidFill>
                <a:latin typeface="Georgia"/>
              </a:defRPr>
            </a:pPr>
            <a:r>
              <a:t>Evidence-Based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6229" y="1752599"/>
            <a:ext cx="431789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Use current research to guide practice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5591" y="2997198"/>
            <a:ext cx="5333866" cy="1650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8785" y="3200398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785" y="3200398"/>
            <a:ext cx="406400" cy="40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571" y="3200398"/>
            <a:ext cx="431789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E3A4C"/>
                </a:solidFill>
                <a:latin typeface="Georgia"/>
              </a:defRPr>
            </a:pPr>
            <a:r>
              <a:t>Patient-Centered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571" y="3606798"/>
            <a:ext cx="431789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Involve patients in care decisions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94249" y="2997198"/>
            <a:ext cx="5333866" cy="1650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7443" y="3200398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7443" y="3200398"/>
            <a:ext cx="406400" cy="40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229" y="3200398"/>
            <a:ext cx="4317892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E3A4C"/>
                </a:solidFill>
                <a:latin typeface="Georgia"/>
              </a:defRPr>
            </a:pPr>
            <a:r>
              <a:t>Document Everything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6229" y="3606798"/>
            <a:ext cx="4317892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Accurate records protect everyone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5591" y="5778500"/>
            <a:ext cx="11480512" cy="571500"/>
          </a:xfrm>
          <a:prstGeom prst="roundRect">
            <a:avLst>
              <a:gd name="adj" fmla="val 4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584" y="5829300"/>
            <a:ext cx="1269968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NEXT 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" y="6032500"/>
            <a:ext cx="1092172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Module 2: Advanced Assessment Techniques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