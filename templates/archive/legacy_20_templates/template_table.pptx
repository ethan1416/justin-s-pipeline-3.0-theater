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Data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784" y="1193799"/>
            <a:ext cx="10921726" cy="3238495"/>
          </a:xfrm>
          <a:prstGeom prst="roundRect">
            <a:avLst>
              <a:gd name="adj" fmla="val 6000"/>
            </a:avLst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984" y="1142999"/>
            <a:ext cx="10921726" cy="571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581" y="1244599"/>
            <a:ext cx="2527237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5415" y="1244599"/>
            <a:ext cx="12700" cy="3683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7012" y="1244599"/>
            <a:ext cx="2527237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1244599"/>
            <a:ext cx="12700" cy="3683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7444" y="1244599"/>
            <a:ext cx="2527237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Normal Range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6278" y="1244599"/>
            <a:ext cx="12700" cy="3683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7875" y="1244599"/>
            <a:ext cx="2527237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4984" y="1714499"/>
            <a:ext cx="10921726" cy="533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4984" y="2235198"/>
            <a:ext cx="10921726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581" y="1790699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E3A4C"/>
                </a:solidFill>
                <a:latin typeface="Arial"/>
              </a:defRPr>
            </a:pPr>
            <a:r>
              <a:t>Heart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5415" y="1790699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7012" y="1790699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88 bpm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847" y="1790699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7444" y="1790699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60-100 bpm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6278" y="1790699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83507" y="1816099"/>
            <a:ext cx="1015974" cy="3302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3507" y="1816099"/>
            <a:ext cx="1015974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984" y="2247898"/>
            <a:ext cx="10921726" cy="533399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4984" y="2768597"/>
            <a:ext cx="10921726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581" y="2324098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E3A4C"/>
                </a:solidFill>
                <a:latin typeface="Arial"/>
              </a:defRPr>
            </a:pPr>
            <a:r>
              <a:t>Blood Pressure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5415" y="2324098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7012" y="2324098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142/92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847" y="2324098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7444" y="2324098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&lt;120/80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6278" y="2324098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83507" y="2349498"/>
            <a:ext cx="1015974" cy="330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83507" y="2349498"/>
            <a:ext cx="1015974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4984" y="2781297"/>
            <a:ext cx="10921726" cy="533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4984" y="3301996"/>
            <a:ext cx="10921726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581" y="2857497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E3A4C"/>
                </a:solidFill>
                <a:latin typeface="Arial"/>
              </a:defRPr>
            </a:pPr>
            <a:r>
              <a:t>Temperature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65415" y="2857497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67012" y="2857497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99.8°F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5847" y="2857497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7444" y="2857497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97.8-99.1°F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6278" y="2857497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83507" y="2882897"/>
            <a:ext cx="1015974" cy="330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3507" y="2882897"/>
            <a:ext cx="1015974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4984" y="3314696"/>
            <a:ext cx="10921726" cy="533399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4984" y="3835395"/>
            <a:ext cx="10921726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581" y="3390896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E3A4C"/>
                </a:solidFill>
                <a:latin typeface="Arial"/>
              </a:defRPr>
            </a:pPr>
            <a:r>
              <a:t>SpO2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65415" y="3390896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7012" y="3390896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97%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5847" y="3390896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7444" y="3390896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&gt;95%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6278" y="3390896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683507" y="3416296"/>
            <a:ext cx="1015974" cy="3302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3507" y="3416296"/>
            <a:ext cx="1015974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4984" y="3848095"/>
            <a:ext cx="10921726" cy="533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4984" y="3848095"/>
            <a:ext cx="10921726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4984" y="4368794"/>
            <a:ext cx="10921726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6581" y="3924295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E3A4C"/>
                </a:solidFill>
                <a:latin typeface="Arial"/>
              </a:defRPr>
            </a:pPr>
            <a:r>
              <a:t>Respiratory 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65415" y="3924295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67012" y="3924295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18/min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5847" y="3924295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7444" y="3924295"/>
            <a:ext cx="2527237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3A4C"/>
                </a:solidFill>
                <a:latin typeface="Arial"/>
              </a:defRPr>
            </a:pPr>
            <a:r>
              <a:t>12-20/min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6278" y="3924295"/>
            <a:ext cx="12700" cy="380999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683507" y="3949695"/>
            <a:ext cx="1015974" cy="3302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83507" y="3949695"/>
            <a:ext cx="1015974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