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CF8"/>
            </a:gs>
            <a:gs pos="100000">
              <a:srgbClr val="F0E9DD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5499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699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00099"/>
            <a:ext cx="12191695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991" y="1714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5591" y="1460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91" y="196850"/>
            <a:ext cx="431799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91" y="146050"/>
            <a:ext cx="5333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0C1929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469" y="203200"/>
            <a:ext cx="8889777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Georgia"/>
              </a:defRPr>
            </a:pPr>
            <a:r>
              <a:t>Clinical 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469" y="508000"/>
            <a:ext cx="8889777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7E8F9"/>
                </a:solidFill>
                <a:latin typeface="Arial"/>
              </a:defRPr>
            </a:pPr>
            <a:r>
              <a:t>MODULE · PROGRESSION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59746" y="254000"/>
            <a:ext cx="1015974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77238" y="368299"/>
            <a:ext cx="698482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31231" y="482600"/>
            <a:ext cx="444488" cy="254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21726" y="596900"/>
            <a:ext cx="253993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1980" y="2044699"/>
            <a:ext cx="10667734" cy="101600"/>
          </a:xfrm>
          <a:prstGeom prst="roundRect">
            <a:avLst>
              <a:gd name="adj" fmla="val 50000"/>
            </a:avLst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7380" y="2070099"/>
            <a:ext cx="10616934" cy="50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0E7A90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0380" y="1993899"/>
            <a:ext cx="254000" cy="254000"/>
          </a:xfrm>
          <a:prstGeom prst="ellipse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980" y="1968499"/>
            <a:ext cx="254000" cy="25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780" y="2019299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7492" y="1460499"/>
            <a:ext cx="888977" cy="355599"/>
          </a:xfrm>
          <a:prstGeom prst="roundRect">
            <a:avLst>
              <a:gd name="adj" fmla="val 15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7492" y="1460499"/>
            <a:ext cx="888977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67E8F9"/>
                </a:solidFill>
                <a:latin typeface="Arial"/>
              </a:defRPr>
            </a:pPr>
            <a:r>
              <a:t>0h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1980" y="2222499"/>
            <a:ext cx="25400" cy="38100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-101597" y="2628899"/>
            <a:ext cx="1777955" cy="1650999"/>
          </a:xfrm>
          <a:prstGeom prst="roundRect">
            <a:avLst>
              <a:gd name="adj" fmla="val 10000"/>
            </a:avLst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-126997" y="2603499"/>
            <a:ext cx="1777955" cy="1650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-126997" y="2603499"/>
            <a:ext cx="177795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-1" y="2781298"/>
            <a:ext cx="1523962" cy="355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1E3A4C"/>
                </a:solidFill>
                <a:latin typeface="Georgia"/>
              </a:defRPr>
            </a:pPr>
            <a:r>
              <a:t>Admission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-1" y="3213099"/>
            <a:ext cx="1523962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3D5A6C"/>
                </a:solidFill>
                <a:latin typeface="Arial"/>
              </a:defRPr>
            </a:pPr>
            <a:r>
              <a:t>Initial assessment complete</a:t>
            </a:r>
          </a:p>
        </p:txBody>
      </p:sp>
      <p:sp>
        <p:nvSpPr>
          <p:cNvPr id="29" name="Oval 28"/>
          <p:cNvSpPr/>
          <p:nvPr/>
        </p:nvSpPr>
        <p:spPr>
          <a:xfrm>
            <a:off x="3327313" y="1993899"/>
            <a:ext cx="254000" cy="254000"/>
          </a:xfrm>
          <a:prstGeom prst="ellipse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01913" y="1968499"/>
            <a:ext cx="254000" cy="25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352713" y="2019299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984425" y="1460499"/>
            <a:ext cx="888977" cy="355599"/>
          </a:xfrm>
          <a:prstGeom prst="roundRect">
            <a:avLst>
              <a:gd name="adj" fmla="val 15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84425" y="1460499"/>
            <a:ext cx="888977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67E8F9"/>
                </a:solidFill>
                <a:latin typeface="Arial"/>
              </a:defRPr>
            </a:pPr>
            <a:r>
              <a:t>2h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8913" y="2222499"/>
            <a:ext cx="25400" cy="38100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5336" y="2628899"/>
            <a:ext cx="1777955" cy="1650999"/>
          </a:xfrm>
          <a:prstGeom prst="roundRect">
            <a:avLst>
              <a:gd name="adj" fmla="val 10000"/>
            </a:avLst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539936" y="2603499"/>
            <a:ext cx="1777955" cy="1650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39936" y="2603499"/>
            <a:ext cx="1777955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66932" y="2781298"/>
            <a:ext cx="1523962" cy="355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1E3A4C"/>
                </a:solidFill>
                <a:latin typeface="Georgia"/>
              </a:defRPr>
            </a:pPr>
            <a:r>
              <a:t>Labs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6932" y="3213099"/>
            <a:ext cx="1523962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3D5A6C"/>
                </a:solidFill>
                <a:latin typeface="Arial"/>
              </a:defRPr>
            </a:pPr>
            <a:r>
              <a:t>Blood work results received</a:t>
            </a:r>
          </a:p>
        </p:txBody>
      </p:sp>
      <p:sp>
        <p:nvSpPr>
          <p:cNvPr id="40" name="Oval 39"/>
          <p:cNvSpPr/>
          <p:nvPr/>
        </p:nvSpPr>
        <p:spPr>
          <a:xfrm>
            <a:off x="5994247" y="1993899"/>
            <a:ext cx="254000" cy="254000"/>
          </a:xfrm>
          <a:prstGeom prst="ellipse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68847" y="1968499"/>
            <a:ext cx="254000" cy="25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19647" y="2019299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651359" y="1460499"/>
            <a:ext cx="888977" cy="355599"/>
          </a:xfrm>
          <a:prstGeom prst="roundRect">
            <a:avLst>
              <a:gd name="adj" fmla="val 15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51359" y="1460499"/>
            <a:ext cx="888977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67E8F9"/>
                </a:solidFill>
                <a:latin typeface="Arial"/>
              </a:defRPr>
            </a:pPr>
            <a:r>
              <a:t>4h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5847" y="2222499"/>
            <a:ext cx="25400" cy="38100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232269" y="2628899"/>
            <a:ext cx="1777955" cy="1650999"/>
          </a:xfrm>
          <a:prstGeom prst="roundRect">
            <a:avLst>
              <a:gd name="adj" fmla="val 10000"/>
            </a:avLst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206869" y="2603499"/>
            <a:ext cx="1777955" cy="1650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06869" y="2603499"/>
            <a:ext cx="177795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33865" y="2781298"/>
            <a:ext cx="1523962" cy="355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1E3A4C"/>
                </a:solidFill>
                <a:latin typeface="Georgia"/>
              </a:defRPr>
            </a:pPr>
            <a:r>
              <a:t>Treatment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33865" y="3213099"/>
            <a:ext cx="1523962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3D5A6C"/>
                </a:solidFill>
                <a:latin typeface="Arial"/>
              </a:defRPr>
            </a:pPr>
            <a:r>
              <a:t>Medication administered</a:t>
            </a:r>
          </a:p>
        </p:txBody>
      </p:sp>
      <p:sp>
        <p:nvSpPr>
          <p:cNvPr id="51" name="Oval 50"/>
          <p:cNvSpPr/>
          <p:nvPr/>
        </p:nvSpPr>
        <p:spPr>
          <a:xfrm>
            <a:off x="8661180" y="1993899"/>
            <a:ext cx="254000" cy="254000"/>
          </a:xfrm>
          <a:prstGeom prst="ellipse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635780" y="1968499"/>
            <a:ext cx="254000" cy="25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686580" y="2019299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318292" y="1460499"/>
            <a:ext cx="888977" cy="355599"/>
          </a:xfrm>
          <a:prstGeom prst="roundRect">
            <a:avLst>
              <a:gd name="adj" fmla="val 15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18292" y="1460499"/>
            <a:ext cx="888977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67E8F9"/>
                </a:solidFill>
                <a:latin typeface="Arial"/>
              </a:defRPr>
            </a:pPr>
            <a:r>
              <a:t>8h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62780" y="2222499"/>
            <a:ext cx="25400" cy="38100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899203" y="2628899"/>
            <a:ext cx="1777955" cy="1650999"/>
          </a:xfrm>
          <a:prstGeom prst="roundRect">
            <a:avLst>
              <a:gd name="adj" fmla="val 10000"/>
            </a:avLst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873803" y="2603499"/>
            <a:ext cx="1777955" cy="1650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873803" y="2603499"/>
            <a:ext cx="1777955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00799" y="2781298"/>
            <a:ext cx="1523962" cy="355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1E3A4C"/>
                </a:solidFill>
                <a:latin typeface="Georgia"/>
              </a:defRPr>
            </a:pPr>
            <a:r>
              <a:t>Reassess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00799" y="3213099"/>
            <a:ext cx="1523962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3D5A6C"/>
                </a:solidFill>
                <a:latin typeface="Arial"/>
              </a:defRPr>
            </a:pPr>
            <a:r>
              <a:t>Evaluate treatment response</a:t>
            </a:r>
          </a:p>
        </p:txBody>
      </p:sp>
      <p:sp>
        <p:nvSpPr>
          <p:cNvPr id="62" name="Oval 61"/>
          <p:cNvSpPr/>
          <p:nvPr/>
        </p:nvSpPr>
        <p:spPr>
          <a:xfrm>
            <a:off x="11328114" y="1993899"/>
            <a:ext cx="254000" cy="254000"/>
          </a:xfrm>
          <a:prstGeom prst="ellipse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302714" y="1968499"/>
            <a:ext cx="254000" cy="25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353514" y="2019299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985226" y="1460499"/>
            <a:ext cx="888977" cy="355599"/>
          </a:xfrm>
          <a:prstGeom prst="roundRect">
            <a:avLst>
              <a:gd name="adj" fmla="val 15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85226" y="1460499"/>
            <a:ext cx="888977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67E8F9"/>
                </a:solidFill>
                <a:latin typeface="Arial"/>
              </a:defRPr>
            </a:pPr>
            <a:r>
              <a:t>24h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429714" y="2222499"/>
            <a:ext cx="25400" cy="38100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566136" y="2628899"/>
            <a:ext cx="1777955" cy="1650999"/>
          </a:xfrm>
          <a:prstGeom prst="roundRect">
            <a:avLst>
              <a:gd name="adj" fmla="val 10000"/>
            </a:avLst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0540736" y="2603499"/>
            <a:ext cx="1777955" cy="1650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540736" y="2603499"/>
            <a:ext cx="177795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67732" y="2781298"/>
            <a:ext cx="1523962" cy="355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1E3A4C"/>
                </a:solidFill>
                <a:latin typeface="Georgia"/>
              </a:defRPr>
            </a:pPr>
            <a:r>
              <a:t>Discharge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67732" y="3213099"/>
            <a:ext cx="1523962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3D5A6C"/>
                </a:solidFill>
                <a:latin typeface="Arial"/>
              </a:defRPr>
            </a:pPr>
            <a:r>
              <a:t>Patient education complete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