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929"/>
            </a:gs>
            <a:gs pos="100000">
              <a:srgbClr val="133246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9651759" y="0"/>
            <a:ext cx="2539936" cy="1904999"/>
          </a:xfrm>
          <a:prstGeom prst="rtTriangle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5334001"/>
            <a:ext cx="2285942" cy="1523999"/>
          </a:xfrm>
          <a:prstGeom prst="rtTriangle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15974" y="2540000"/>
            <a:ext cx="1270000" cy="127000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5974" y="2540000"/>
            <a:ext cx="1270000" cy="12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3930" y="2286000"/>
            <a:ext cx="8635784" cy="10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Lecture Title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93930" y="3429000"/>
            <a:ext cx="1523961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93930" y="3683000"/>
            <a:ext cx="761980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7E8F9"/>
                </a:solidFill>
                <a:latin typeface="Arial"/>
              </a:defRPr>
            </a:pPr>
            <a:r>
              <a:t>Course Name · Module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3930" y="5588000"/>
            <a:ext cx="3809904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Instructor Name, RN, MSN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3930" y="5943599"/>
            <a:ext cx="3809904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8494"/>
                </a:solidFill>
                <a:latin typeface="Arial"/>
              </a:defRPr>
            </a:pPr>
            <a:r>
              <a:t>School of Nursing · Spring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13740" y="5080000"/>
            <a:ext cx="1269968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94731" y="5283200"/>
            <a:ext cx="888977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12223" y="5486400"/>
            <a:ext cx="571485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