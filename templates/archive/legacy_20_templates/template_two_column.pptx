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9500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870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4100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247650"/>
            <a:ext cx="635000" cy="635000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222250"/>
            <a:ext cx="635000" cy="635000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273050"/>
            <a:ext cx="533400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222250"/>
            <a:ext cx="6350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540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Georgia"/>
              </a:defRPr>
            </a:pPr>
            <a:r>
              <a:t>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635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7E8F9"/>
                </a:solidFill>
                <a:latin typeface="Arial"/>
              </a:defRPr>
            </a:pPr>
            <a:r>
              <a:t>MODULE · SECTION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3302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4698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609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7493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591" y="1397000"/>
            <a:ext cx="5524361" cy="46354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1" y="1397000"/>
            <a:ext cx="5524361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383" y="1651000"/>
            <a:ext cx="4825879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1E3A4C"/>
                </a:solidFill>
                <a:latin typeface="Georgia"/>
              </a:defRPr>
            </a:pPr>
            <a:r>
              <a:t>Column A</a:t>
            </a:r>
          </a:p>
        </p:txBody>
      </p:sp>
      <p:sp>
        <p:nvSpPr>
          <p:cNvPr id="19" name="Diamond 18"/>
          <p:cNvSpPr/>
          <p:nvPr/>
        </p:nvSpPr>
        <p:spPr>
          <a:xfrm>
            <a:off x="660383" y="2209799"/>
            <a:ext cx="127000" cy="127000"/>
          </a:xfrm>
          <a:prstGeom prst="diamond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5974" y="2158999"/>
            <a:ext cx="4571885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Point A1</a:t>
            </a:r>
          </a:p>
        </p:txBody>
      </p:sp>
      <p:sp>
        <p:nvSpPr>
          <p:cNvPr id="21" name="Diamond 20"/>
          <p:cNvSpPr/>
          <p:nvPr/>
        </p:nvSpPr>
        <p:spPr>
          <a:xfrm>
            <a:off x="660383" y="2565398"/>
            <a:ext cx="127000" cy="127000"/>
          </a:xfrm>
          <a:prstGeom prst="diamond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5974" y="2514598"/>
            <a:ext cx="4571885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Point A2</a:t>
            </a:r>
          </a:p>
        </p:txBody>
      </p:sp>
      <p:sp>
        <p:nvSpPr>
          <p:cNvPr id="23" name="Diamond 22"/>
          <p:cNvSpPr/>
          <p:nvPr/>
        </p:nvSpPr>
        <p:spPr>
          <a:xfrm>
            <a:off x="660383" y="2920997"/>
            <a:ext cx="127000" cy="127000"/>
          </a:xfrm>
          <a:prstGeom prst="diamond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5974" y="2870197"/>
            <a:ext cx="4571885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Point A3</a:t>
            </a:r>
          </a:p>
        </p:txBody>
      </p:sp>
      <p:sp>
        <p:nvSpPr>
          <p:cNvPr id="25" name="Diamond 24"/>
          <p:cNvSpPr/>
          <p:nvPr/>
        </p:nvSpPr>
        <p:spPr>
          <a:xfrm>
            <a:off x="660383" y="3276596"/>
            <a:ext cx="127000" cy="127000"/>
          </a:xfrm>
          <a:prstGeom prst="diamond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5974" y="3225796"/>
            <a:ext cx="4571885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Point A4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4744" y="1397000"/>
            <a:ext cx="5524361" cy="46354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4744" y="1397000"/>
            <a:ext cx="5524361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9536" y="1651000"/>
            <a:ext cx="4825879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1E3A4C"/>
                </a:solidFill>
                <a:latin typeface="Georgia"/>
              </a:defRPr>
            </a:pPr>
            <a:r>
              <a:t>Column B</a:t>
            </a:r>
          </a:p>
        </p:txBody>
      </p:sp>
      <p:sp>
        <p:nvSpPr>
          <p:cNvPr id="30" name="Diamond 29"/>
          <p:cNvSpPr/>
          <p:nvPr/>
        </p:nvSpPr>
        <p:spPr>
          <a:xfrm>
            <a:off x="6489536" y="2209799"/>
            <a:ext cx="127000" cy="127000"/>
          </a:xfrm>
          <a:prstGeom prst="diamond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45127" y="2158999"/>
            <a:ext cx="4571885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Point B1</a:t>
            </a:r>
          </a:p>
        </p:txBody>
      </p:sp>
      <p:sp>
        <p:nvSpPr>
          <p:cNvPr id="32" name="Diamond 31"/>
          <p:cNvSpPr/>
          <p:nvPr/>
        </p:nvSpPr>
        <p:spPr>
          <a:xfrm>
            <a:off x="6489536" y="2565398"/>
            <a:ext cx="127000" cy="127000"/>
          </a:xfrm>
          <a:prstGeom prst="diamond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45127" y="2514598"/>
            <a:ext cx="4571885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Point B2</a:t>
            </a:r>
          </a:p>
        </p:txBody>
      </p:sp>
      <p:sp>
        <p:nvSpPr>
          <p:cNvPr id="34" name="Diamond 33"/>
          <p:cNvSpPr/>
          <p:nvPr/>
        </p:nvSpPr>
        <p:spPr>
          <a:xfrm>
            <a:off x="6489536" y="2920997"/>
            <a:ext cx="127000" cy="127000"/>
          </a:xfrm>
          <a:prstGeom prst="diamond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45127" y="2870197"/>
            <a:ext cx="4571885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Point B3</a:t>
            </a:r>
          </a:p>
        </p:txBody>
      </p:sp>
      <p:sp>
        <p:nvSpPr>
          <p:cNvPr id="36" name="Diamond 35"/>
          <p:cNvSpPr/>
          <p:nvPr/>
        </p:nvSpPr>
        <p:spPr>
          <a:xfrm>
            <a:off x="6489536" y="3276596"/>
            <a:ext cx="127000" cy="127000"/>
          </a:xfrm>
          <a:prstGeom prst="diamond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45127" y="3225796"/>
            <a:ext cx="4571885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Point B4</a:t>
            </a:r>
          </a:p>
        </p:txBody>
      </p:sp>
      <p:sp>
        <p:nvSpPr>
          <p:cNvPr id="38" name="Oval 37"/>
          <p:cNvSpPr/>
          <p:nvPr/>
        </p:nvSpPr>
        <p:spPr>
          <a:xfrm>
            <a:off x="5778348" y="3460749"/>
            <a:ext cx="508000" cy="508000"/>
          </a:xfrm>
          <a:prstGeom prst="ellipse">
            <a:avLst/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78348" y="3460749"/>
            <a:ext cx="5080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67E8F9"/>
                </a:solidFill>
                <a:latin typeface="Arial"/>
              </a:defRPr>
            </a:pPr>
            <a: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