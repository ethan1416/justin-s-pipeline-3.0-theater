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Content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CUSTOM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591" y="1015998"/>
            <a:ext cx="11480512" cy="4508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591" y="1015998"/>
            <a:ext cx="380999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5591" y="1015998"/>
            <a:ext cx="38100" cy="38099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55104" y="1015998"/>
            <a:ext cx="380999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98003" y="1015998"/>
            <a:ext cx="38100" cy="38099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5591" y="5143499"/>
            <a:ext cx="38100" cy="380999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5591" y="5486398"/>
            <a:ext cx="380999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98003" y="5143499"/>
            <a:ext cx="38100" cy="380999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55104" y="5486398"/>
            <a:ext cx="380999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565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71565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565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565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87539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87539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87539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387539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03513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03513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03513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03513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19487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19487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19487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19487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35461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35461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35461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435461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51435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51435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51435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51435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67409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467409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67409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67409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83383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483383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483383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83383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499357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99357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499357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99357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15331" y="1904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15331" y="2793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15331" y="3682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515331" y="4571998"/>
            <a:ext cx="38100" cy="38100"/>
          </a:xfrm>
          <a:prstGeom prst="ellipse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5591" y="3016248"/>
            <a:ext cx="11480512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 i="1">
                <a:solidFill>
                  <a:srgbClr val="94A3B8"/>
                </a:solidFill>
                <a:latin typeface="Arial"/>
              </a:defRPr>
            </a:pPr>
            <a:r>
              <a:t>Insert your content here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