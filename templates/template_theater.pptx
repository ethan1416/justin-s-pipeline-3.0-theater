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EFCF8"/>
            </a:gs>
            <a:gs pos="100000">
              <a:srgbClr val="F0E9DD"/>
            </a:gs>
          </a:gsLst>
          <a:lin scaled="0" ang="111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3993" y="152400"/>
            <a:ext cx="11683707" cy="6604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9393" y="177800"/>
            <a:ext cx="11683707" cy="660400"/>
          </a:xfrm>
          <a:prstGeom prst="roundRect">
            <a:avLst>
              <a:gd name="adj" fmla="val 6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3993" y="152400"/>
            <a:ext cx="11683707" cy="6604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188" y="279400"/>
            <a:ext cx="406400" cy="4064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188" y="279400"/>
            <a:ext cx="406400" cy="406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 i="0">
                <a:solidFill>
                  <a:srgbClr val="0C1929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974" y="152400"/>
            <a:ext cx="10413739" cy="660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200" b="1" i="0">
                <a:solidFill>
                  <a:srgbClr val="FFFFFF"/>
                </a:solidFill>
                <a:latin typeface="Georgia"/>
              </a:defRPr>
            </a:pPr>
            <a:r>
              <a:t>Slide Title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94730" y="342899"/>
            <a:ext cx="25400" cy="279401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870930" y="342899"/>
            <a:ext cx="25400" cy="279401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47130" y="342899"/>
            <a:ext cx="25400" cy="279401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4984" y="863600"/>
            <a:ext cx="10921726" cy="482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4984" y="1016000"/>
            <a:ext cx="38100" cy="45212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0384" y="5765800"/>
            <a:ext cx="10921726" cy="787400"/>
          </a:xfrm>
          <a:prstGeom prst="roundRect">
            <a:avLst>
              <a:gd name="adj" fmla="val 6000"/>
            </a:avLst>
          </a:prstGeom>
          <a:solidFill>
            <a:srgbClr val="0C19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4984" y="5740400"/>
            <a:ext cx="10921726" cy="787400"/>
          </a:xfrm>
          <a:prstGeom prst="roundRect">
            <a:avLst>
              <a:gd name="adj" fmla="val 6000"/>
            </a:avLst>
          </a:prstGeom>
          <a:gradFill rotWithShape="1">
            <a:gsLst>
              <a:gs pos="0">
                <a:srgbClr val="133246"/>
              </a:gs>
              <a:gs pos="100000">
                <a:srgbClr val="0C1929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4984" y="5740400"/>
            <a:ext cx="50800" cy="78740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5478" y="5829300"/>
            <a:ext cx="1104873" cy="279400"/>
          </a:xfrm>
          <a:prstGeom prst="roundRect">
            <a:avLst>
              <a:gd name="adj" fmla="val 30000"/>
            </a:avLst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8178" y="5842000"/>
            <a:ext cx="1079473" cy="254000"/>
          </a:xfrm>
          <a:prstGeom prst="roundRect">
            <a:avLst>
              <a:gd name="adj" fmla="val 30000"/>
            </a:avLst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178" y="5842000"/>
            <a:ext cx="1079473" cy="254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  <a:latin typeface="Arial"/>
              </a:defRPr>
            </a:pPr>
            <a:r>
              <a:t>NCLEX TIP</a:t>
            </a:r>
          </a:p>
        </p:txBody>
      </p:sp>
      <p:sp>
        <p:nvSpPr>
          <p:cNvPr id="22" name="Oval 21"/>
          <p:cNvSpPr/>
          <p:nvPr/>
        </p:nvSpPr>
        <p:spPr>
          <a:xfrm>
            <a:off x="2019248" y="5778500"/>
            <a:ext cx="381000" cy="381000"/>
          </a:xfrm>
          <a:prstGeom prst="ellipse">
            <a:avLst/>
          </a:prstGeom>
          <a:solidFill>
            <a:srgbClr val="16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057348" y="5816600"/>
            <a:ext cx="304800" cy="304800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057348" y="5816600"/>
            <a:ext cx="304800" cy="304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 i="0">
                <a:solidFill>
                  <a:srgbClr val="0C1929"/>
                </a:solidFill>
                <a:latin typeface="Arial"/>
              </a:defRPr>
            </a:pPr>
            <a:r>
              <a:t>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4537" y="5842000"/>
            <a:ext cx="8788180" cy="584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0" i="1">
                <a:solidFill>
                  <a:srgbClr val="FFFFFF"/>
                </a:solidFill>
                <a:latin typeface="Arial"/>
              </a:defRPr>
            </a:pPr>
            <a:r>
              <a:t>Remember: This is a high-yield NCLEX concept. Focus on the nursing priority and patient safety.</a:t>
            </a:r>
          </a:p>
        </p:txBody>
      </p:sp>
      <p:sp>
        <p:nvSpPr>
          <p:cNvPr id="26" name="Oval 25"/>
          <p:cNvSpPr/>
          <p:nvPr/>
        </p:nvSpPr>
        <p:spPr>
          <a:xfrm>
            <a:off x="10731231" y="6356350"/>
            <a:ext cx="38100" cy="3810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858227" y="6350000"/>
            <a:ext cx="50800" cy="50800"/>
          </a:xfrm>
          <a:prstGeom prst="ellipse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985223" y="6343650"/>
            <a:ext cx="63500" cy="6350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112219" y="6337300"/>
            <a:ext cx="76200" cy="76200"/>
          </a:xfrm>
          <a:prstGeom prst="ellipse">
            <a:avLst/>
          </a:prstGeom>
          <a:solidFill>
            <a:srgbClr val="FDB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5591" y="6591300"/>
            <a:ext cx="11480512" cy="6350"/>
          </a:xfrm>
          <a:prstGeom prst="rect">
            <a:avLst/>
          </a:prstGeom>
          <a:solidFill>
            <a:srgbClr val="D6D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6389" y="6604000"/>
            <a:ext cx="11429714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 i="0">
                <a:solidFill>
                  <a:srgbClr val="6B8494"/>
                </a:solidFill>
                <a:latin typeface="Arial"/>
              </a:defRPr>
            </a:pPr>
            <a:r>
              <a:t>© 2026 Adaptive Academic Learning Solutions Inc | All Rights Reserved |</a:t>
            </a:r>
          </a:p>
        </p:txBody>
      </p:sp>
      <p:sp>
        <p:nvSpPr>
          <p:cNvPr id="32" name="TextBox Body"/>
          <p:cNvSpPr txBox="1"/>
          <p:nvPr/>
        </p:nvSpPr>
        <p:spPr>
          <a:xfrm>
            <a:off x="941832" y="1042415"/>
            <a:ext cx="10314432" cy="41148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2000"/>
            </a:pPr>
            <a:r>
              <a:t>Body content with natural text wrapping...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